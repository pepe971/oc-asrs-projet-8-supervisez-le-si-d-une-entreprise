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5E2F5-DE7A-4668-A404-33A5BB1BC30F}" v="88" dt="2025-03-29T13:24:04.217"/>
    <p1510:client id="{74F92BC7-2AE7-406F-9F95-35C2A030082D}" v="222" dt="2025-03-30T11:16:36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Pelage" userId="54db4591437a0f12" providerId="Windows Live" clId="Web-{74F92BC7-2AE7-406F-9F95-35C2A030082D}"/>
    <pc:docChg chg="modSld">
      <pc:chgData name="Samuel Pelage" userId="54db4591437a0f12" providerId="Windows Live" clId="Web-{74F92BC7-2AE7-406F-9F95-35C2A030082D}" dt="2025-03-30T11:17:04.747" v="221"/>
      <pc:docMkLst>
        <pc:docMk/>
      </pc:docMkLst>
      <pc:sldChg chg="modSp">
        <pc:chgData name="Samuel Pelage" userId="54db4591437a0f12" providerId="Windows Live" clId="Web-{74F92BC7-2AE7-406F-9F95-35C2A030082D}" dt="2025-03-30T11:16:22.230" v="219" actId="20577"/>
        <pc:sldMkLst>
          <pc:docMk/>
          <pc:sldMk cId="48610442" sldId="258"/>
        </pc:sldMkLst>
        <pc:spChg chg="mod">
          <ac:chgData name="Samuel Pelage" userId="54db4591437a0f12" providerId="Windows Live" clId="Web-{74F92BC7-2AE7-406F-9F95-35C2A030082D}" dt="2025-03-30T11:16:22.230" v="219" actId="20577"/>
          <ac:spMkLst>
            <pc:docMk/>
            <pc:sldMk cId="48610442" sldId="258"/>
            <ac:spMk id="3" creationId="{43B50A42-9DCE-C0B4-DC8A-45E049020F13}"/>
          </ac:spMkLst>
        </pc:spChg>
      </pc:sldChg>
      <pc:sldChg chg="addSp delSp modSp">
        <pc:chgData name="Samuel Pelage" userId="54db4591437a0f12" providerId="Windows Live" clId="Web-{74F92BC7-2AE7-406F-9F95-35C2A030082D}" dt="2025-03-30T11:17:04.747" v="221"/>
        <pc:sldMkLst>
          <pc:docMk/>
          <pc:sldMk cId="1503111681" sldId="259"/>
        </pc:sldMkLst>
        <pc:spChg chg="mod">
          <ac:chgData name="Samuel Pelage" userId="54db4591437a0f12" providerId="Windows Live" clId="Web-{74F92BC7-2AE7-406F-9F95-35C2A030082D}" dt="2025-03-30T11:17:04.747" v="221"/>
          <ac:spMkLst>
            <pc:docMk/>
            <pc:sldMk cId="1503111681" sldId="259"/>
            <ac:spMk id="2" creationId="{794D4895-9A74-3DCC-0486-8EC7B6023AF6}"/>
          </ac:spMkLst>
        </pc:spChg>
        <pc:spChg chg="del">
          <ac:chgData name="Samuel Pelage" userId="54db4591437a0f12" providerId="Windows Live" clId="Web-{74F92BC7-2AE7-406F-9F95-35C2A030082D}" dt="2025-03-30T11:16:36.308" v="220"/>
          <ac:spMkLst>
            <pc:docMk/>
            <pc:sldMk cId="1503111681" sldId="259"/>
            <ac:spMk id="3" creationId="{724B3C5F-733D-E027-B0B1-2D90E989C174}"/>
          </ac:spMkLst>
        </pc:spChg>
        <pc:spChg chg="del">
          <ac:chgData name="Samuel Pelage" userId="54db4591437a0f12" providerId="Windows Live" clId="Web-{74F92BC7-2AE7-406F-9F95-35C2A030082D}" dt="2025-03-30T11:17:04.747" v="221"/>
          <ac:spMkLst>
            <pc:docMk/>
            <pc:sldMk cId="1503111681" sldId="259"/>
            <ac:spMk id="10" creationId="{3B2E3793-BFE6-45A2-9B7B-E18844431C99}"/>
          </ac:spMkLst>
        </pc:spChg>
        <pc:spChg chg="del">
          <ac:chgData name="Samuel Pelage" userId="54db4591437a0f12" providerId="Windows Live" clId="Web-{74F92BC7-2AE7-406F-9F95-35C2A030082D}" dt="2025-03-30T11:17:04.747" v="221"/>
          <ac:spMkLst>
            <pc:docMk/>
            <pc:sldMk cId="1503111681" sldId="259"/>
            <ac:spMk id="12" creationId="{BC4C4868-CB8F-4AF9-9CDB-8108F2C19B67}"/>
          </ac:spMkLst>
        </pc:spChg>
        <pc:spChg chg="del">
          <ac:chgData name="Samuel Pelage" userId="54db4591437a0f12" providerId="Windows Live" clId="Web-{74F92BC7-2AE7-406F-9F95-35C2A030082D}" dt="2025-03-30T11:17:04.747" v="221"/>
          <ac:spMkLst>
            <pc:docMk/>
            <pc:sldMk cId="1503111681" sldId="259"/>
            <ac:spMk id="14" creationId="{375E0459-6403-40CD-989D-56A4407CA12E}"/>
          </ac:spMkLst>
        </pc:spChg>
        <pc:spChg chg="del">
          <ac:chgData name="Samuel Pelage" userId="54db4591437a0f12" providerId="Windows Live" clId="Web-{74F92BC7-2AE7-406F-9F95-35C2A030082D}" dt="2025-03-30T11:17:04.747" v="221"/>
          <ac:spMkLst>
            <pc:docMk/>
            <pc:sldMk cId="1503111681" sldId="259"/>
            <ac:spMk id="16" creationId="{53E5B1A8-3AC9-4BD1-9BBC-78CA94F2D1BA}"/>
          </ac:spMkLst>
        </pc:spChg>
        <pc:spChg chg="add">
          <ac:chgData name="Samuel Pelage" userId="54db4591437a0f12" providerId="Windows Live" clId="Web-{74F92BC7-2AE7-406F-9F95-35C2A030082D}" dt="2025-03-30T11:17:04.747" v="221"/>
          <ac:spMkLst>
            <pc:docMk/>
            <pc:sldMk cId="1503111681" sldId="259"/>
            <ac:spMk id="21" creationId="{6F5A5072-7B47-4D32-B52A-4EBBF590B8A5}"/>
          </ac:spMkLst>
        </pc:spChg>
        <pc:spChg chg="add">
          <ac:chgData name="Samuel Pelage" userId="54db4591437a0f12" providerId="Windows Live" clId="Web-{74F92BC7-2AE7-406F-9F95-35C2A030082D}" dt="2025-03-30T11:17:04.747" v="221"/>
          <ac:spMkLst>
            <pc:docMk/>
            <pc:sldMk cId="1503111681" sldId="259"/>
            <ac:spMk id="23" creationId="{9715DAF0-AE1B-46C9-8A6B-DB2AA05AB91D}"/>
          </ac:spMkLst>
        </pc:spChg>
        <pc:spChg chg="add">
          <ac:chgData name="Samuel Pelage" userId="54db4591437a0f12" providerId="Windows Live" clId="Web-{74F92BC7-2AE7-406F-9F95-35C2A030082D}" dt="2025-03-30T11:17:04.747" v="221"/>
          <ac:spMkLst>
            <pc:docMk/>
            <pc:sldMk cId="1503111681" sldId="259"/>
            <ac:spMk id="25" creationId="{6016219D-510E-4184-9090-6D5578A87BD1}"/>
          </ac:spMkLst>
        </pc:spChg>
        <pc:spChg chg="add">
          <ac:chgData name="Samuel Pelage" userId="54db4591437a0f12" providerId="Windows Live" clId="Web-{74F92BC7-2AE7-406F-9F95-35C2A030082D}" dt="2025-03-30T11:17:04.747" v="221"/>
          <ac:spMkLst>
            <pc:docMk/>
            <pc:sldMk cId="1503111681" sldId="259"/>
            <ac:spMk id="27" creationId="{AFF4A713-7B75-4B21-90D7-5AB19547C728}"/>
          </ac:spMkLst>
        </pc:spChg>
        <pc:spChg chg="add">
          <ac:chgData name="Samuel Pelage" userId="54db4591437a0f12" providerId="Windows Live" clId="Web-{74F92BC7-2AE7-406F-9F95-35C2A030082D}" dt="2025-03-30T11:17:04.747" v="221"/>
          <ac:spMkLst>
            <pc:docMk/>
            <pc:sldMk cId="1503111681" sldId="259"/>
            <ac:spMk id="31" creationId="{C29501E6-A978-4A61-9689-9085AF97A53A}"/>
          </ac:spMkLst>
        </pc:spChg>
      </pc:sldChg>
    </pc:docChg>
  </pc:docChgLst>
  <pc:docChgLst>
    <pc:chgData name="Samuel Pelage" userId="54db4591437a0f12" providerId="Windows Live" clId="Web-{E43FFF90-2D10-415A-B561-43BAB9B73388}"/>
    <pc:docChg chg="addSld modSld">
      <pc:chgData name="Samuel Pelage" userId="54db4591437a0f12" providerId="Windows Live" clId="Web-{E43FFF90-2D10-415A-B561-43BAB9B73388}" dt="2025-03-26T14:52:14.256" v="164" actId="20577"/>
      <pc:docMkLst>
        <pc:docMk/>
      </pc:docMkLst>
      <pc:sldChg chg="delSp modSp">
        <pc:chgData name="Samuel Pelage" userId="54db4591437a0f12" providerId="Windows Live" clId="Web-{E43FFF90-2D10-415A-B561-43BAB9B73388}" dt="2025-03-26T13:16:49.558" v="8"/>
        <pc:sldMkLst>
          <pc:docMk/>
          <pc:sldMk cId="3784089036" sldId="256"/>
        </pc:sldMkLst>
        <pc:spChg chg="mod">
          <ac:chgData name="Samuel Pelage" userId="54db4591437a0f12" providerId="Windows Live" clId="Web-{E43FFF90-2D10-415A-B561-43BAB9B73388}" dt="2025-03-26T13:16:42.417" v="7" actId="20577"/>
          <ac:spMkLst>
            <pc:docMk/>
            <pc:sldMk cId="3784089036" sldId="256"/>
            <ac:spMk id="2" creationId="{00000000-0000-0000-0000-000000000000}"/>
          </ac:spMkLst>
        </pc:spChg>
        <pc:spChg chg="del">
          <ac:chgData name="Samuel Pelage" userId="54db4591437a0f12" providerId="Windows Live" clId="Web-{E43FFF90-2D10-415A-B561-43BAB9B73388}" dt="2025-03-26T13:16:49.558" v="8"/>
          <ac:spMkLst>
            <pc:docMk/>
            <pc:sldMk cId="3784089036" sldId="256"/>
            <ac:spMk id="3" creationId="{00000000-0000-0000-0000-000000000000}"/>
          </ac:spMkLst>
        </pc:spChg>
      </pc:sldChg>
      <pc:sldChg chg="modSp new">
        <pc:chgData name="Samuel Pelage" userId="54db4591437a0f12" providerId="Windows Live" clId="Web-{E43FFF90-2D10-415A-B561-43BAB9B73388}" dt="2025-03-26T13:24:34.588" v="92" actId="20577"/>
        <pc:sldMkLst>
          <pc:docMk/>
          <pc:sldMk cId="3534280301" sldId="257"/>
        </pc:sldMkLst>
        <pc:spChg chg="mod">
          <ac:chgData name="Samuel Pelage" userId="54db4591437a0f12" providerId="Windows Live" clId="Web-{E43FFF90-2D10-415A-B561-43BAB9B73388}" dt="2025-03-26T13:17:40.810" v="16" actId="20577"/>
          <ac:spMkLst>
            <pc:docMk/>
            <pc:sldMk cId="3534280301" sldId="257"/>
            <ac:spMk id="2" creationId="{D6E84E8B-0F86-D8A3-F87F-B4BF4A0938B9}"/>
          </ac:spMkLst>
        </pc:spChg>
        <pc:spChg chg="mod">
          <ac:chgData name="Samuel Pelage" userId="54db4591437a0f12" providerId="Windows Live" clId="Web-{E43FFF90-2D10-415A-B561-43BAB9B73388}" dt="2025-03-26T13:24:34.588" v="92" actId="20577"/>
          <ac:spMkLst>
            <pc:docMk/>
            <pc:sldMk cId="3534280301" sldId="257"/>
            <ac:spMk id="3" creationId="{E06245EE-D08F-95EA-FAB8-2BFAB413C7BB}"/>
          </ac:spMkLst>
        </pc:spChg>
      </pc:sldChg>
      <pc:sldChg chg="modSp new">
        <pc:chgData name="Samuel Pelage" userId="54db4591437a0f12" providerId="Windows Live" clId="Web-{E43FFF90-2D10-415A-B561-43BAB9B73388}" dt="2025-03-26T14:49:48.330" v="132" actId="20577"/>
        <pc:sldMkLst>
          <pc:docMk/>
          <pc:sldMk cId="48610442" sldId="258"/>
        </pc:sldMkLst>
        <pc:spChg chg="mod">
          <ac:chgData name="Samuel Pelage" userId="54db4591437a0f12" providerId="Windows Live" clId="Web-{E43FFF90-2D10-415A-B561-43BAB9B73388}" dt="2025-03-26T14:49:48.330" v="132" actId="20577"/>
          <ac:spMkLst>
            <pc:docMk/>
            <pc:sldMk cId="48610442" sldId="258"/>
            <ac:spMk id="2" creationId="{B472EA02-8D67-A055-0EA7-6BA58AD5ACD0}"/>
          </ac:spMkLst>
        </pc:spChg>
      </pc:sldChg>
      <pc:sldChg chg="modSp new">
        <pc:chgData name="Samuel Pelage" userId="54db4591437a0f12" providerId="Windows Live" clId="Web-{E43FFF90-2D10-415A-B561-43BAB9B73388}" dt="2025-03-26T14:50:49.707" v="142" actId="20577"/>
        <pc:sldMkLst>
          <pc:docMk/>
          <pc:sldMk cId="1503111681" sldId="259"/>
        </pc:sldMkLst>
        <pc:spChg chg="mod">
          <ac:chgData name="Samuel Pelage" userId="54db4591437a0f12" providerId="Windows Live" clId="Web-{E43FFF90-2D10-415A-B561-43BAB9B73388}" dt="2025-03-26T14:50:49.707" v="142" actId="20577"/>
          <ac:spMkLst>
            <pc:docMk/>
            <pc:sldMk cId="1503111681" sldId="259"/>
            <ac:spMk id="2" creationId="{794D4895-9A74-3DCC-0486-8EC7B6023AF6}"/>
          </ac:spMkLst>
        </pc:spChg>
      </pc:sldChg>
      <pc:sldChg chg="modSp new">
        <pc:chgData name="Samuel Pelage" userId="54db4591437a0f12" providerId="Windows Live" clId="Web-{E43FFF90-2D10-415A-B561-43BAB9B73388}" dt="2025-03-26T14:52:14.256" v="164" actId="20577"/>
        <pc:sldMkLst>
          <pc:docMk/>
          <pc:sldMk cId="1968388680" sldId="260"/>
        </pc:sldMkLst>
        <pc:spChg chg="mod">
          <ac:chgData name="Samuel Pelage" userId="54db4591437a0f12" providerId="Windows Live" clId="Web-{E43FFF90-2D10-415A-B561-43BAB9B73388}" dt="2025-03-26T14:52:14.256" v="164" actId="20577"/>
          <ac:spMkLst>
            <pc:docMk/>
            <pc:sldMk cId="1968388680" sldId="260"/>
            <ac:spMk id="2" creationId="{2E7F4D25-F937-E6F8-64CB-A497FBD55A6E}"/>
          </ac:spMkLst>
        </pc:spChg>
      </pc:sldChg>
    </pc:docChg>
  </pc:docChgLst>
  <pc:docChgLst>
    <pc:chgData name="Samuel Pelage" userId="54db4591437a0f12" providerId="Windows Live" clId="Web-{1E65E2F5-DE7A-4668-A404-33A5BB1BC30F}"/>
    <pc:docChg chg="modSld">
      <pc:chgData name="Samuel Pelage" userId="54db4591437a0f12" providerId="Windows Live" clId="Web-{1E65E2F5-DE7A-4668-A404-33A5BB1BC30F}" dt="2025-03-29T13:24:04.217" v="93" actId="20577"/>
      <pc:docMkLst>
        <pc:docMk/>
      </pc:docMkLst>
      <pc:sldChg chg="addSp modSp mod setBg">
        <pc:chgData name="Samuel Pelage" userId="54db4591437a0f12" providerId="Windows Live" clId="Web-{1E65E2F5-DE7A-4668-A404-33A5BB1BC30F}" dt="2025-03-29T12:27:45.487" v="0"/>
        <pc:sldMkLst>
          <pc:docMk/>
          <pc:sldMk cId="3784089036" sldId="256"/>
        </pc:sldMkLst>
        <pc:spChg chg="mod">
          <ac:chgData name="Samuel Pelage" userId="54db4591437a0f12" providerId="Windows Live" clId="Web-{1E65E2F5-DE7A-4668-A404-33A5BB1BC30F}" dt="2025-03-29T12:27:45.487" v="0"/>
          <ac:spMkLst>
            <pc:docMk/>
            <pc:sldMk cId="3784089036" sldId="256"/>
            <ac:spMk id="2" creationId="{00000000-0000-0000-0000-000000000000}"/>
          </ac:spMkLst>
        </pc:spChg>
        <pc:spChg chg="add">
          <ac:chgData name="Samuel Pelage" userId="54db4591437a0f12" providerId="Windows Live" clId="Web-{1E65E2F5-DE7A-4668-A404-33A5BB1BC30F}" dt="2025-03-29T12:27:45.487" v="0"/>
          <ac:spMkLst>
            <pc:docMk/>
            <pc:sldMk cId="3784089036" sldId="256"/>
            <ac:spMk id="7" creationId="{577D6B2E-37A3-429E-A37C-F30ED6487282}"/>
          </ac:spMkLst>
        </pc:spChg>
        <pc:spChg chg="add">
          <ac:chgData name="Samuel Pelage" userId="54db4591437a0f12" providerId="Windows Live" clId="Web-{1E65E2F5-DE7A-4668-A404-33A5BB1BC30F}" dt="2025-03-29T12:27:45.487" v="0"/>
          <ac:spMkLst>
            <pc:docMk/>
            <pc:sldMk cId="3784089036" sldId="256"/>
            <ac:spMk id="9" creationId="{5CEAD642-85CF-4750-8432-7C80C901F001}"/>
          </ac:spMkLst>
        </pc:spChg>
        <pc:spChg chg="add">
          <ac:chgData name="Samuel Pelage" userId="54db4591437a0f12" providerId="Windows Live" clId="Web-{1E65E2F5-DE7A-4668-A404-33A5BB1BC30F}" dt="2025-03-29T12:27:45.487" v="0"/>
          <ac:spMkLst>
            <pc:docMk/>
            <pc:sldMk cId="3784089036" sldId="256"/>
            <ac:spMk id="11" creationId="{FA33EEAE-15D5-4119-8C1E-89D943F911EF}"/>
          </ac:spMkLst>
        </pc:spChg>
        <pc:spChg chg="add">
          <ac:chgData name="Samuel Pelage" userId="54db4591437a0f12" providerId="Windows Live" clId="Web-{1E65E2F5-DE7A-4668-A404-33A5BB1BC30F}" dt="2025-03-29T12:27:45.487" v="0"/>
          <ac:spMkLst>
            <pc:docMk/>
            <pc:sldMk cId="3784089036" sldId="256"/>
            <ac:spMk id="13" creationId="{730D8B3B-9B80-4025-B934-26DC7D7CD231}"/>
          </ac:spMkLst>
        </pc:spChg>
        <pc:spChg chg="add">
          <ac:chgData name="Samuel Pelage" userId="54db4591437a0f12" providerId="Windows Live" clId="Web-{1E65E2F5-DE7A-4668-A404-33A5BB1BC30F}" dt="2025-03-29T12:27:45.487" v="0"/>
          <ac:spMkLst>
            <pc:docMk/>
            <pc:sldMk cId="3784089036" sldId="256"/>
            <ac:spMk id="15" creationId="{1064D5D5-227B-4F66-9AEA-46F570E793BD}"/>
          </ac:spMkLst>
        </pc:spChg>
        <pc:spChg chg="add">
          <ac:chgData name="Samuel Pelage" userId="54db4591437a0f12" providerId="Windows Live" clId="Web-{1E65E2F5-DE7A-4668-A404-33A5BB1BC30F}" dt="2025-03-29T12:27:45.487" v="0"/>
          <ac:spMkLst>
            <pc:docMk/>
            <pc:sldMk cId="3784089036" sldId="256"/>
            <ac:spMk id="17" creationId="{646B67A4-D328-4747-A82B-65E84FA46368}"/>
          </ac:spMkLst>
        </pc:spChg>
        <pc:spChg chg="add">
          <ac:chgData name="Samuel Pelage" userId="54db4591437a0f12" providerId="Windows Live" clId="Web-{1E65E2F5-DE7A-4668-A404-33A5BB1BC30F}" dt="2025-03-29T12:27:45.487" v="0"/>
          <ac:spMkLst>
            <pc:docMk/>
            <pc:sldMk cId="3784089036" sldId="256"/>
            <ac:spMk id="19" creationId="{B5A1B09C-1565-46F8-B70F-621C5EB48A09}"/>
          </ac:spMkLst>
        </pc:spChg>
        <pc:spChg chg="add">
          <ac:chgData name="Samuel Pelage" userId="54db4591437a0f12" providerId="Windows Live" clId="Web-{1E65E2F5-DE7A-4668-A404-33A5BB1BC30F}" dt="2025-03-29T12:27:45.487" v="0"/>
          <ac:spMkLst>
            <pc:docMk/>
            <pc:sldMk cId="3784089036" sldId="256"/>
            <ac:spMk id="21" creationId="{8C516CC8-80AC-446C-A56E-9F54B7210402}"/>
          </ac:spMkLst>
        </pc:spChg>
      </pc:sldChg>
      <pc:sldChg chg="addSp modSp mod setBg">
        <pc:chgData name="Samuel Pelage" userId="54db4591437a0f12" providerId="Windows Live" clId="Web-{1E65E2F5-DE7A-4668-A404-33A5BB1BC30F}" dt="2025-03-29T12:28:05.019" v="2" actId="14100"/>
        <pc:sldMkLst>
          <pc:docMk/>
          <pc:sldMk cId="3534280301" sldId="257"/>
        </pc:sldMkLst>
        <pc:spChg chg="mod">
          <ac:chgData name="Samuel Pelage" userId="54db4591437a0f12" providerId="Windows Live" clId="Web-{1E65E2F5-DE7A-4668-A404-33A5BB1BC30F}" dt="2025-03-29T12:27:52.956" v="1"/>
          <ac:spMkLst>
            <pc:docMk/>
            <pc:sldMk cId="3534280301" sldId="257"/>
            <ac:spMk id="2" creationId="{D6E84E8B-0F86-D8A3-F87F-B4BF4A0938B9}"/>
          </ac:spMkLst>
        </pc:spChg>
        <pc:spChg chg="mod">
          <ac:chgData name="Samuel Pelage" userId="54db4591437a0f12" providerId="Windows Live" clId="Web-{1E65E2F5-DE7A-4668-A404-33A5BB1BC30F}" dt="2025-03-29T12:28:05.019" v="2" actId="14100"/>
          <ac:spMkLst>
            <pc:docMk/>
            <pc:sldMk cId="3534280301" sldId="257"/>
            <ac:spMk id="3" creationId="{E06245EE-D08F-95EA-FAB8-2BFAB413C7BB}"/>
          </ac:spMkLst>
        </pc:spChg>
        <pc:spChg chg="add">
          <ac:chgData name="Samuel Pelage" userId="54db4591437a0f12" providerId="Windows Live" clId="Web-{1E65E2F5-DE7A-4668-A404-33A5BB1BC30F}" dt="2025-03-29T12:27:52.956" v="1"/>
          <ac:spMkLst>
            <pc:docMk/>
            <pc:sldMk cId="3534280301" sldId="257"/>
            <ac:spMk id="8" creationId="{DEE2AD96-B495-4E06-9291-B71706F728CB}"/>
          </ac:spMkLst>
        </pc:spChg>
        <pc:spChg chg="add">
          <ac:chgData name="Samuel Pelage" userId="54db4591437a0f12" providerId="Windows Live" clId="Web-{1E65E2F5-DE7A-4668-A404-33A5BB1BC30F}" dt="2025-03-29T12:27:52.956" v="1"/>
          <ac:spMkLst>
            <pc:docMk/>
            <pc:sldMk cId="3534280301" sldId="257"/>
            <ac:spMk id="10" creationId="{53CF6D67-C5A8-4ADD-9E8E-1E38CA1D3166}"/>
          </ac:spMkLst>
        </pc:spChg>
        <pc:spChg chg="add">
          <ac:chgData name="Samuel Pelage" userId="54db4591437a0f12" providerId="Windows Live" clId="Web-{1E65E2F5-DE7A-4668-A404-33A5BB1BC30F}" dt="2025-03-29T12:27:52.956" v="1"/>
          <ac:spMkLst>
            <pc:docMk/>
            <pc:sldMk cId="3534280301" sldId="257"/>
            <ac:spMk id="12" creationId="{86909FA0-B515-4681-B7A8-FA281D133B94}"/>
          </ac:spMkLst>
        </pc:spChg>
        <pc:spChg chg="add">
          <ac:chgData name="Samuel Pelage" userId="54db4591437a0f12" providerId="Windows Live" clId="Web-{1E65E2F5-DE7A-4668-A404-33A5BB1BC30F}" dt="2025-03-29T12:27:52.956" v="1"/>
          <ac:spMkLst>
            <pc:docMk/>
            <pc:sldMk cId="3534280301" sldId="257"/>
            <ac:spMk id="14" creationId="{21C9FE86-FCC3-4A31-AA1C-C882262B7FE7}"/>
          </ac:spMkLst>
        </pc:spChg>
        <pc:spChg chg="add">
          <ac:chgData name="Samuel Pelage" userId="54db4591437a0f12" providerId="Windows Live" clId="Web-{1E65E2F5-DE7A-4668-A404-33A5BB1BC30F}" dt="2025-03-29T12:27:52.956" v="1"/>
          <ac:spMkLst>
            <pc:docMk/>
            <pc:sldMk cId="3534280301" sldId="257"/>
            <ac:spMk id="16" creationId="{7D96243B-ECED-4B71-8E06-AE9A285EAD20}"/>
          </ac:spMkLst>
        </pc:spChg>
        <pc:spChg chg="add">
          <ac:chgData name="Samuel Pelage" userId="54db4591437a0f12" providerId="Windows Live" clId="Web-{1E65E2F5-DE7A-4668-A404-33A5BB1BC30F}" dt="2025-03-29T12:27:52.956" v="1"/>
          <ac:spMkLst>
            <pc:docMk/>
            <pc:sldMk cId="3534280301" sldId="257"/>
            <ac:spMk id="18" creationId="{A09989E4-EFDC-4A90-A633-E0525FB4139E}"/>
          </ac:spMkLst>
        </pc:spChg>
      </pc:sldChg>
      <pc:sldChg chg="addSp modSp mod setBg">
        <pc:chgData name="Samuel Pelage" userId="54db4591437a0f12" providerId="Windows Live" clId="Web-{1E65E2F5-DE7A-4668-A404-33A5BB1BC30F}" dt="2025-03-29T13:24:04.217" v="93" actId="20577"/>
        <pc:sldMkLst>
          <pc:docMk/>
          <pc:sldMk cId="48610442" sldId="258"/>
        </pc:sldMkLst>
        <pc:spChg chg="mod">
          <ac:chgData name="Samuel Pelage" userId="54db4591437a0f12" providerId="Windows Live" clId="Web-{1E65E2F5-DE7A-4668-A404-33A5BB1BC30F}" dt="2025-03-29T12:28:28.332" v="3"/>
          <ac:spMkLst>
            <pc:docMk/>
            <pc:sldMk cId="48610442" sldId="258"/>
            <ac:spMk id="2" creationId="{B472EA02-8D67-A055-0EA7-6BA58AD5ACD0}"/>
          </ac:spMkLst>
        </pc:spChg>
        <pc:spChg chg="mod">
          <ac:chgData name="Samuel Pelage" userId="54db4591437a0f12" providerId="Windows Live" clId="Web-{1E65E2F5-DE7A-4668-A404-33A5BB1BC30F}" dt="2025-03-29T13:24:04.217" v="93" actId="20577"/>
          <ac:spMkLst>
            <pc:docMk/>
            <pc:sldMk cId="48610442" sldId="258"/>
            <ac:spMk id="3" creationId="{43B50A42-9DCE-C0B4-DC8A-45E049020F13}"/>
          </ac:spMkLst>
        </pc:spChg>
        <pc:spChg chg="add">
          <ac:chgData name="Samuel Pelage" userId="54db4591437a0f12" providerId="Windows Live" clId="Web-{1E65E2F5-DE7A-4668-A404-33A5BB1BC30F}" dt="2025-03-29T12:28:28.332" v="3"/>
          <ac:spMkLst>
            <pc:docMk/>
            <pc:sldMk cId="48610442" sldId="258"/>
            <ac:spMk id="8" creationId="{1B15ED52-F352-441B-82BF-E0EA34836D08}"/>
          </ac:spMkLst>
        </pc:spChg>
        <pc:spChg chg="add">
          <ac:chgData name="Samuel Pelage" userId="54db4591437a0f12" providerId="Windows Live" clId="Web-{1E65E2F5-DE7A-4668-A404-33A5BB1BC30F}" dt="2025-03-29T12:28:28.332" v="3"/>
          <ac:spMkLst>
            <pc:docMk/>
            <pc:sldMk cId="48610442" sldId="258"/>
            <ac:spMk id="10" creationId="{3B2E3793-BFE6-45A2-9B7B-E18844431C99}"/>
          </ac:spMkLst>
        </pc:spChg>
        <pc:spChg chg="add">
          <ac:chgData name="Samuel Pelage" userId="54db4591437a0f12" providerId="Windows Live" clId="Web-{1E65E2F5-DE7A-4668-A404-33A5BB1BC30F}" dt="2025-03-29T12:28:28.332" v="3"/>
          <ac:spMkLst>
            <pc:docMk/>
            <pc:sldMk cId="48610442" sldId="258"/>
            <ac:spMk id="12" creationId="{BC4C4868-CB8F-4AF9-9CDB-8108F2C19B67}"/>
          </ac:spMkLst>
        </pc:spChg>
        <pc:spChg chg="add">
          <ac:chgData name="Samuel Pelage" userId="54db4591437a0f12" providerId="Windows Live" clId="Web-{1E65E2F5-DE7A-4668-A404-33A5BB1BC30F}" dt="2025-03-29T12:28:28.332" v="3"/>
          <ac:spMkLst>
            <pc:docMk/>
            <pc:sldMk cId="48610442" sldId="258"/>
            <ac:spMk id="14" creationId="{375E0459-6403-40CD-989D-56A4407CA12E}"/>
          </ac:spMkLst>
        </pc:spChg>
        <pc:spChg chg="add">
          <ac:chgData name="Samuel Pelage" userId="54db4591437a0f12" providerId="Windows Live" clId="Web-{1E65E2F5-DE7A-4668-A404-33A5BB1BC30F}" dt="2025-03-29T12:28:28.332" v="3"/>
          <ac:spMkLst>
            <pc:docMk/>
            <pc:sldMk cId="48610442" sldId="258"/>
            <ac:spMk id="16" creationId="{53E5B1A8-3AC9-4BD1-9BBC-78CA94F2D1BA}"/>
          </ac:spMkLst>
        </pc:spChg>
      </pc:sldChg>
      <pc:sldChg chg="addSp modSp mod setBg">
        <pc:chgData name="Samuel Pelage" userId="54db4591437a0f12" providerId="Windows Live" clId="Web-{1E65E2F5-DE7A-4668-A404-33A5BB1BC30F}" dt="2025-03-29T12:55:19.574" v="24" actId="20577"/>
        <pc:sldMkLst>
          <pc:docMk/>
          <pc:sldMk cId="1503111681" sldId="259"/>
        </pc:sldMkLst>
        <pc:spChg chg="mod">
          <ac:chgData name="Samuel Pelage" userId="54db4591437a0f12" providerId="Windows Live" clId="Web-{1E65E2F5-DE7A-4668-A404-33A5BB1BC30F}" dt="2025-03-29T12:28:34.864" v="4"/>
          <ac:spMkLst>
            <pc:docMk/>
            <pc:sldMk cId="1503111681" sldId="259"/>
            <ac:spMk id="2" creationId="{794D4895-9A74-3DCC-0486-8EC7B6023AF6}"/>
          </ac:spMkLst>
        </pc:spChg>
        <pc:spChg chg="mod">
          <ac:chgData name="Samuel Pelage" userId="54db4591437a0f12" providerId="Windows Live" clId="Web-{1E65E2F5-DE7A-4668-A404-33A5BB1BC30F}" dt="2025-03-29T12:55:19.574" v="24" actId="20577"/>
          <ac:spMkLst>
            <pc:docMk/>
            <pc:sldMk cId="1503111681" sldId="259"/>
            <ac:spMk id="3" creationId="{724B3C5F-733D-E027-B0B1-2D90E989C174}"/>
          </ac:spMkLst>
        </pc:spChg>
        <pc:spChg chg="add">
          <ac:chgData name="Samuel Pelage" userId="54db4591437a0f12" providerId="Windows Live" clId="Web-{1E65E2F5-DE7A-4668-A404-33A5BB1BC30F}" dt="2025-03-29T12:28:34.864" v="4"/>
          <ac:spMkLst>
            <pc:docMk/>
            <pc:sldMk cId="1503111681" sldId="259"/>
            <ac:spMk id="8" creationId="{1B15ED52-F352-441B-82BF-E0EA34836D08}"/>
          </ac:spMkLst>
        </pc:spChg>
        <pc:spChg chg="add">
          <ac:chgData name="Samuel Pelage" userId="54db4591437a0f12" providerId="Windows Live" clId="Web-{1E65E2F5-DE7A-4668-A404-33A5BB1BC30F}" dt="2025-03-29T12:28:34.864" v="4"/>
          <ac:spMkLst>
            <pc:docMk/>
            <pc:sldMk cId="1503111681" sldId="259"/>
            <ac:spMk id="10" creationId="{3B2E3793-BFE6-45A2-9B7B-E18844431C99}"/>
          </ac:spMkLst>
        </pc:spChg>
        <pc:spChg chg="add">
          <ac:chgData name="Samuel Pelage" userId="54db4591437a0f12" providerId="Windows Live" clId="Web-{1E65E2F5-DE7A-4668-A404-33A5BB1BC30F}" dt="2025-03-29T12:28:34.864" v="4"/>
          <ac:spMkLst>
            <pc:docMk/>
            <pc:sldMk cId="1503111681" sldId="259"/>
            <ac:spMk id="12" creationId="{BC4C4868-CB8F-4AF9-9CDB-8108F2C19B67}"/>
          </ac:spMkLst>
        </pc:spChg>
        <pc:spChg chg="add">
          <ac:chgData name="Samuel Pelage" userId="54db4591437a0f12" providerId="Windows Live" clId="Web-{1E65E2F5-DE7A-4668-A404-33A5BB1BC30F}" dt="2025-03-29T12:28:34.864" v="4"/>
          <ac:spMkLst>
            <pc:docMk/>
            <pc:sldMk cId="1503111681" sldId="259"/>
            <ac:spMk id="14" creationId="{375E0459-6403-40CD-989D-56A4407CA12E}"/>
          </ac:spMkLst>
        </pc:spChg>
        <pc:spChg chg="add">
          <ac:chgData name="Samuel Pelage" userId="54db4591437a0f12" providerId="Windows Live" clId="Web-{1E65E2F5-DE7A-4668-A404-33A5BB1BC30F}" dt="2025-03-29T12:28:34.864" v="4"/>
          <ac:spMkLst>
            <pc:docMk/>
            <pc:sldMk cId="1503111681" sldId="259"/>
            <ac:spMk id="16" creationId="{53E5B1A8-3AC9-4BD1-9BBC-78CA94F2D1BA}"/>
          </ac:spMkLst>
        </pc:spChg>
      </pc:sldChg>
      <pc:sldChg chg="addSp delSp modSp mod setBg">
        <pc:chgData name="Samuel Pelage" userId="54db4591437a0f12" providerId="Windows Live" clId="Web-{1E65E2F5-DE7A-4668-A404-33A5BB1BC30F}" dt="2025-03-29T12:29:34.256" v="7"/>
        <pc:sldMkLst>
          <pc:docMk/>
          <pc:sldMk cId="1968388680" sldId="260"/>
        </pc:sldMkLst>
        <pc:spChg chg="mod">
          <ac:chgData name="Samuel Pelage" userId="54db4591437a0f12" providerId="Windows Live" clId="Web-{1E65E2F5-DE7A-4668-A404-33A5BB1BC30F}" dt="2025-03-29T12:29:34.256" v="7"/>
          <ac:spMkLst>
            <pc:docMk/>
            <pc:sldMk cId="1968388680" sldId="260"/>
            <ac:spMk id="2" creationId="{2E7F4D25-F937-E6F8-64CB-A497FBD55A6E}"/>
          </ac:spMkLst>
        </pc:spChg>
        <pc:spChg chg="del mod">
          <ac:chgData name="Samuel Pelage" userId="54db4591437a0f12" providerId="Windows Live" clId="Web-{1E65E2F5-DE7A-4668-A404-33A5BB1BC30F}" dt="2025-03-29T12:29:23.756" v="6"/>
          <ac:spMkLst>
            <pc:docMk/>
            <pc:sldMk cId="1968388680" sldId="260"/>
            <ac:spMk id="3" creationId="{20434249-1243-7200-8A92-3F8EEEAAC6CE}"/>
          </ac:spMkLst>
        </pc:spChg>
        <pc:spChg chg="add del">
          <ac:chgData name="Samuel Pelage" userId="54db4591437a0f12" providerId="Windows Live" clId="Web-{1E65E2F5-DE7A-4668-A404-33A5BB1BC30F}" dt="2025-03-29T12:29:34.256" v="7"/>
          <ac:spMkLst>
            <pc:docMk/>
            <pc:sldMk cId="1968388680" sldId="260"/>
            <ac:spMk id="8" creationId="{1B15ED52-F352-441B-82BF-E0EA34836D08}"/>
          </ac:spMkLst>
        </pc:spChg>
        <pc:spChg chg="add del">
          <ac:chgData name="Samuel Pelage" userId="54db4591437a0f12" providerId="Windows Live" clId="Web-{1E65E2F5-DE7A-4668-A404-33A5BB1BC30F}" dt="2025-03-29T12:29:34.256" v="7"/>
          <ac:spMkLst>
            <pc:docMk/>
            <pc:sldMk cId="1968388680" sldId="260"/>
            <ac:spMk id="10" creationId="{3B2E3793-BFE6-45A2-9B7B-E18844431C99}"/>
          </ac:spMkLst>
        </pc:spChg>
        <pc:spChg chg="add del">
          <ac:chgData name="Samuel Pelage" userId="54db4591437a0f12" providerId="Windows Live" clId="Web-{1E65E2F5-DE7A-4668-A404-33A5BB1BC30F}" dt="2025-03-29T12:29:34.256" v="7"/>
          <ac:spMkLst>
            <pc:docMk/>
            <pc:sldMk cId="1968388680" sldId="260"/>
            <ac:spMk id="12" creationId="{BC4C4868-CB8F-4AF9-9CDB-8108F2C19B67}"/>
          </ac:spMkLst>
        </pc:spChg>
        <pc:spChg chg="add del">
          <ac:chgData name="Samuel Pelage" userId="54db4591437a0f12" providerId="Windows Live" clId="Web-{1E65E2F5-DE7A-4668-A404-33A5BB1BC30F}" dt="2025-03-29T12:29:34.256" v="7"/>
          <ac:spMkLst>
            <pc:docMk/>
            <pc:sldMk cId="1968388680" sldId="260"/>
            <ac:spMk id="14" creationId="{375E0459-6403-40CD-989D-56A4407CA12E}"/>
          </ac:spMkLst>
        </pc:spChg>
        <pc:spChg chg="add">
          <ac:chgData name="Samuel Pelage" userId="54db4591437a0f12" providerId="Windows Live" clId="Web-{1E65E2F5-DE7A-4668-A404-33A5BB1BC30F}" dt="2025-03-29T12:28:40.645" v="5"/>
          <ac:spMkLst>
            <pc:docMk/>
            <pc:sldMk cId="1968388680" sldId="260"/>
            <ac:spMk id="16" creationId="{53E5B1A8-3AC9-4BD1-9BBC-78CA94F2D1BA}"/>
          </ac:spMkLst>
        </pc:spChg>
        <pc:spChg chg="add">
          <ac:chgData name="Samuel Pelage" userId="54db4591437a0f12" providerId="Windows Live" clId="Web-{1E65E2F5-DE7A-4668-A404-33A5BB1BC30F}" dt="2025-03-29T12:29:34.256" v="7"/>
          <ac:spMkLst>
            <pc:docMk/>
            <pc:sldMk cId="1968388680" sldId="260"/>
            <ac:spMk id="21" creationId="{6F5A5072-7B47-4D32-B52A-4EBBF590B8A5}"/>
          </ac:spMkLst>
        </pc:spChg>
        <pc:spChg chg="add">
          <ac:chgData name="Samuel Pelage" userId="54db4591437a0f12" providerId="Windows Live" clId="Web-{1E65E2F5-DE7A-4668-A404-33A5BB1BC30F}" dt="2025-03-29T12:29:34.256" v="7"/>
          <ac:spMkLst>
            <pc:docMk/>
            <pc:sldMk cId="1968388680" sldId="260"/>
            <ac:spMk id="23" creationId="{9715DAF0-AE1B-46C9-8A6B-DB2AA05AB91D}"/>
          </ac:spMkLst>
        </pc:spChg>
        <pc:spChg chg="add">
          <ac:chgData name="Samuel Pelage" userId="54db4591437a0f12" providerId="Windows Live" clId="Web-{1E65E2F5-DE7A-4668-A404-33A5BB1BC30F}" dt="2025-03-29T12:29:34.256" v="7"/>
          <ac:spMkLst>
            <pc:docMk/>
            <pc:sldMk cId="1968388680" sldId="260"/>
            <ac:spMk id="25" creationId="{6016219D-510E-4184-9090-6D5578A87BD1}"/>
          </ac:spMkLst>
        </pc:spChg>
        <pc:spChg chg="add">
          <ac:chgData name="Samuel Pelage" userId="54db4591437a0f12" providerId="Windows Live" clId="Web-{1E65E2F5-DE7A-4668-A404-33A5BB1BC30F}" dt="2025-03-29T12:29:34.256" v="7"/>
          <ac:spMkLst>
            <pc:docMk/>
            <pc:sldMk cId="1968388680" sldId="260"/>
            <ac:spMk id="27" creationId="{AFF4A713-7B75-4B21-90D7-5AB19547C728}"/>
          </ac:spMkLst>
        </pc:spChg>
        <pc:spChg chg="add">
          <ac:chgData name="Samuel Pelage" userId="54db4591437a0f12" providerId="Windows Live" clId="Web-{1E65E2F5-DE7A-4668-A404-33A5BB1BC30F}" dt="2025-03-29T12:29:34.256" v="7"/>
          <ac:spMkLst>
            <pc:docMk/>
            <pc:sldMk cId="1968388680" sldId="260"/>
            <ac:spMk id="31" creationId="{C29501E6-A978-4A61-9689-9085AF97A53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30/03/2025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fr-FR" sz="4800">
                <a:solidFill>
                  <a:srgbClr val="FFFFFF"/>
                </a:solidFill>
              </a:rPr>
              <a:t>Supervisez le SI d'une entreprise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E84E8B-0F86-D8A3-F87F-B4BF4A09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6245EE-D08F-95EA-FAB8-2BFAB413C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01856"/>
            <a:ext cx="5100571" cy="559367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2000"/>
              <a:t>Sondes pour vérifier l'état du serveur web</a:t>
            </a:r>
          </a:p>
          <a:p>
            <a:r>
              <a:rPr lang="fr-FR" sz="2000"/>
              <a:t>Configuration du RSyslog</a:t>
            </a:r>
          </a:p>
          <a:p>
            <a:r>
              <a:rPr lang="fr-FR" sz="2000"/>
              <a:t>Documentation du système de supervision</a:t>
            </a:r>
          </a:p>
        </p:txBody>
      </p:sp>
    </p:spTree>
    <p:extLst>
      <p:ext uri="{BB962C8B-B14F-4D97-AF65-F5344CB8AC3E}">
        <p14:creationId xmlns:p14="http://schemas.microsoft.com/office/powerpoint/2010/main" val="3534280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472EA02-8D67-A055-0EA7-6BA58AD5A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Sondes pour vérifier l'état du serveur web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B50A42-9DCE-C0B4-DC8A-45E049020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/>
              <a:t>RAM (warning 70%, </a:t>
            </a:r>
            <a:r>
              <a:rPr lang="fr-FR" b="1" err="1"/>
              <a:t>critical</a:t>
            </a:r>
            <a:r>
              <a:rPr lang="fr-FR" b="1" dirty="0"/>
              <a:t> 85%) :</a:t>
            </a:r>
            <a:r>
              <a:rPr lang="fr-FR" dirty="0"/>
              <a:t> check_mem </a:t>
            </a:r>
          </a:p>
          <a:p>
            <a:r>
              <a:rPr lang="fr-FR" b="1" dirty="0"/>
              <a:t>CPU (wload1 70%, wload5 60%, wload15 50%) :</a:t>
            </a:r>
            <a:r>
              <a:rPr lang="fr-FR" dirty="0"/>
              <a:t> check_load</a:t>
            </a:r>
          </a:p>
          <a:p>
            <a:r>
              <a:rPr lang="fr-FR" b="1" dirty="0"/>
              <a:t>Espace disque (warning plus de 70%, </a:t>
            </a:r>
            <a:r>
              <a:rPr lang="fr-FR" b="1" err="1"/>
              <a:t>critical</a:t>
            </a:r>
            <a:r>
              <a:rPr lang="fr-FR" b="1" dirty="0"/>
              <a:t> plus de 80%) : </a:t>
            </a:r>
            <a:r>
              <a:rPr lang="fr-FR" dirty="0"/>
              <a:t>check_disk</a:t>
            </a:r>
          </a:p>
          <a:p>
            <a:r>
              <a:rPr lang="fr-FR" b="1" dirty="0"/>
              <a:t>Processus (Http/Https/index) : </a:t>
            </a:r>
            <a:r>
              <a:rPr lang="fr-FR" dirty="0" err="1"/>
              <a:t>check_http</a:t>
            </a:r>
            <a:endParaRPr lang="fr-FR" err="1"/>
          </a:p>
          <a:p>
            <a:r>
              <a:rPr lang="fr-FR" b="1" dirty="0"/>
              <a:t>Serveur web tourne :</a:t>
            </a:r>
            <a:r>
              <a:rPr lang="fr-FR" dirty="0"/>
              <a:t> </a:t>
            </a:r>
            <a:r>
              <a:rPr lang="fr-FR" err="1"/>
              <a:t>check_service</a:t>
            </a:r>
            <a:endParaRPr lang="fr-FR"/>
          </a:p>
          <a:p>
            <a:r>
              <a:rPr lang="fr-FR" b="1" dirty="0"/>
              <a:t>Base de données tourne : </a:t>
            </a:r>
            <a:r>
              <a:rPr lang="fr-FR" dirty="0" err="1"/>
              <a:t>check_mysql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61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94D4895-9A74-3DCC-0486-8EC7B6023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Configuration du RSyslog</a:t>
            </a:r>
          </a:p>
        </p:txBody>
      </p:sp>
    </p:spTree>
    <p:extLst>
      <p:ext uri="{BB962C8B-B14F-4D97-AF65-F5344CB8AC3E}">
        <p14:creationId xmlns:p14="http://schemas.microsoft.com/office/powerpoint/2010/main" val="1503111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7F4D25-F937-E6F8-64CB-A497FBD55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Documentation du système de supervision</a:t>
            </a:r>
          </a:p>
        </p:txBody>
      </p:sp>
    </p:spTree>
    <p:extLst>
      <p:ext uri="{BB962C8B-B14F-4D97-AF65-F5344CB8AC3E}">
        <p14:creationId xmlns:p14="http://schemas.microsoft.com/office/powerpoint/2010/main" val="19683886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Supervisez le SI d'une entreprise</vt:lpstr>
      <vt:lpstr>Sommaire</vt:lpstr>
      <vt:lpstr>Sondes pour vérifier l'état du serveur web</vt:lpstr>
      <vt:lpstr>Configuration du RSyslog</vt:lpstr>
      <vt:lpstr>Documentation du système de supervision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128</cp:revision>
  <dcterms:created xsi:type="dcterms:W3CDTF">2025-03-26T12:27:34Z</dcterms:created>
  <dcterms:modified xsi:type="dcterms:W3CDTF">2025-03-30T11:17:05Z</dcterms:modified>
</cp:coreProperties>
</file>